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8ca06daf94a81" /><Relationship Type="http://schemas.openxmlformats.org/officeDocument/2006/relationships/extended-properties" Target="/docProps/app.xml" Id="R1e0863c8de6e4fd0" /><Relationship Type="http://schemas.openxmlformats.org/officeDocument/2006/relationships/officeDocument" Target="/ppt/presentation.xml" Id="Rccfe2ef07d86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14e48a8794159"/>
  </p:sldMasterIdLst>
  <p:notesMasterIdLst>
    <p:notesMasterId xmlns:r="http://schemas.openxmlformats.org/officeDocument/2006/relationships" r:id="Rec679c05c50948c6"/>
  </p:notesMasterIdLst>
  <p:sldIdLst>
    <p:sldId xmlns:r="http://schemas.openxmlformats.org/officeDocument/2006/relationships" id="256" r:id="R861a02cb5e944570"/>
    <p:sldId xmlns:r="http://schemas.openxmlformats.org/officeDocument/2006/relationships" id="257" r:id="Rde4b655e84744966"/>
    <p:sldId xmlns:r="http://schemas.openxmlformats.org/officeDocument/2006/relationships" id="258" r:id="Rfe4cb894d63248c9"/>
    <p:sldId xmlns:r="http://schemas.openxmlformats.org/officeDocument/2006/relationships" id="259" r:id="R7dcd2ef79e9842dc"/>
    <p:sldId xmlns:r="http://schemas.openxmlformats.org/officeDocument/2006/relationships" id="260" r:id="R3d4bb525c9a84bb4"/>
    <p:sldId xmlns:r="http://schemas.openxmlformats.org/officeDocument/2006/relationships" id="261" r:id="Rad3e0d9899f64f43"/>
    <p:sldId xmlns:r="http://schemas.openxmlformats.org/officeDocument/2006/relationships" id="262" r:id="R4ed584c8a1f048ec"/>
    <p:sldId xmlns:r="http://schemas.openxmlformats.org/officeDocument/2006/relationships" id="263" r:id="Rb18b032d787340f7"/>
    <p:sldId xmlns:r="http://schemas.openxmlformats.org/officeDocument/2006/relationships" id="264" r:id="R6ccbbd791b1d4a6f"/>
    <p:sldId xmlns:r="http://schemas.openxmlformats.org/officeDocument/2006/relationships" id="265" r:id="R5acebada82d944d7"/>
    <p:sldId xmlns:r="http://schemas.openxmlformats.org/officeDocument/2006/relationships" id="266" r:id="R6a0c4e8909624204"/>
    <p:sldId xmlns:r="http://schemas.openxmlformats.org/officeDocument/2006/relationships" id="267" r:id="Rc456deaf28614812"/>
    <p:sldId xmlns:r="http://schemas.openxmlformats.org/officeDocument/2006/relationships" id="268" r:id="R95b83bd730b14ae1"/>
    <p:sldId xmlns:r="http://schemas.openxmlformats.org/officeDocument/2006/relationships" id="269" r:id="Rae7b7c9b24344c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7504152d34c3e" /><Relationship Type="http://schemas.openxmlformats.org/officeDocument/2006/relationships/slideMaster" Target="/ppt/slideMasters/slideMaster1.xml" Id="R72e14e48a8794159" /><Relationship Type="http://schemas.openxmlformats.org/officeDocument/2006/relationships/notesMaster" Target="/ppt/notesMasters/notesMaster1.xml" Id="Rec679c05c50948c6" /><Relationship Type="http://schemas.openxmlformats.org/officeDocument/2006/relationships/presProps" Target="/ppt/presProps.xml" Id="R8b9adb72a0584591" /><Relationship Type="http://schemas.openxmlformats.org/officeDocument/2006/relationships/tableStyles" Target="/ppt/tableStyles.xml" Id="R317d761822284751" /><Relationship Type="http://schemas.openxmlformats.org/officeDocument/2006/relationships/slide" Target="/ppt/slides/slide1.xml" Id="R861a02cb5e944570" /><Relationship Type="http://schemas.openxmlformats.org/officeDocument/2006/relationships/slide" Target="/ppt/slides/slide2.xml" Id="Rde4b655e84744966" /><Relationship Type="http://schemas.openxmlformats.org/officeDocument/2006/relationships/slide" Target="/ppt/slides/slide3.xml" Id="Rfe4cb894d63248c9" /><Relationship Type="http://schemas.openxmlformats.org/officeDocument/2006/relationships/slide" Target="/ppt/slides/slide4.xml" Id="R7dcd2ef79e9842dc" /><Relationship Type="http://schemas.openxmlformats.org/officeDocument/2006/relationships/slide" Target="/ppt/slides/slide5.xml" Id="R3d4bb525c9a84bb4" /><Relationship Type="http://schemas.openxmlformats.org/officeDocument/2006/relationships/slide" Target="/ppt/slides/slide6.xml" Id="Rad3e0d9899f64f43" /><Relationship Type="http://schemas.openxmlformats.org/officeDocument/2006/relationships/slide" Target="/ppt/slides/slide7.xml" Id="R4ed584c8a1f048ec" /><Relationship Type="http://schemas.openxmlformats.org/officeDocument/2006/relationships/slide" Target="/ppt/slides/slide8.xml" Id="Rb18b032d787340f7" /><Relationship Type="http://schemas.openxmlformats.org/officeDocument/2006/relationships/slide" Target="/ppt/slides/slide9.xml" Id="R6ccbbd791b1d4a6f" /><Relationship Type="http://schemas.openxmlformats.org/officeDocument/2006/relationships/slide" Target="/ppt/slides/slide10.xml" Id="R5acebada82d944d7" /><Relationship Type="http://schemas.openxmlformats.org/officeDocument/2006/relationships/slide" Target="/ppt/slides/slide11.xml" Id="R6a0c4e8909624204" /><Relationship Type="http://schemas.openxmlformats.org/officeDocument/2006/relationships/slide" Target="/ppt/slides/slide12.xml" Id="Rc456deaf28614812" /><Relationship Type="http://schemas.openxmlformats.org/officeDocument/2006/relationships/slide" Target="/ppt/slides/slide13.xml" Id="R95b83bd730b14ae1" /><Relationship Type="http://schemas.openxmlformats.org/officeDocument/2006/relationships/slide" Target="/ppt/slides/slide14.xml" Id="Rae7b7c9b24344c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4bdfe1d4543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177e62557e4fd7" /><Relationship Type="http://schemas.openxmlformats.org/officeDocument/2006/relationships/notesMaster" Target="/ppt/notesMasters/notesMaster1.xml" Id="R2e13e76f885c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a4853967c4ee9" /><Relationship Type="http://schemas.openxmlformats.org/officeDocument/2006/relationships/notesMaster" Target="/ppt/notesMasters/notesMaster1.xml" Id="Rf86b92dabd864c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7b91346a634c22" /><Relationship Type="http://schemas.openxmlformats.org/officeDocument/2006/relationships/notesMaster" Target="/ppt/notesMasters/notesMaster1.xml" Id="Rdd26f9c73fbd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b4a2c51ef54cb2" /><Relationship Type="http://schemas.openxmlformats.org/officeDocument/2006/relationships/notesMaster" Target="/ppt/notesMasters/notesMaster1.xml" Id="R107a605b2e39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e3ade747048b0" /><Relationship Type="http://schemas.openxmlformats.org/officeDocument/2006/relationships/notesMaster" Target="/ppt/notesMasters/notesMaster1.xml" Id="R2b4e13698ed344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5c765a39094ab3" /><Relationship Type="http://schemas.openxmlformats.org/officeDocument/2006/relationships/notesMaster" Target="/ppt/notesMasters/notesMaster1.xml" Id="Rdb8031ea1c2a4c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040da6de34c3d" /><Relationship Type="http://schemas.openxmlformats.org/officeDocument/2006/relationships/notesMaster" Target="/ppt/notesMasters/notesMaster1.xml" Id="Rf6e7c71bf3574d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3ac2acfeb34722" /><Relationship Type="http://schemas.openxmlformats.org/officeDocument/2006/relationships/notesMaster" Target="/ppt/notesMasters/notesMaster1.xml" Id="Rb72f5236e63b4e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cc00e2cda14204" /><Relationship Type="http://schemas.openxmlformats.org/officeDocument/2006/relationships/notesMaster" Target="/ppt/notesMasters/notesMaster1.xml" Id="Ref388f05ddf540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d495be3f546f3" /><Relationship Type="http://schemas.openxmlformats.org/officeDocument/2006/relationships/notesMaster" Target="/ppt/notesMasters/notesMaster1.xml" Id="Rd3b805e2a97c46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4921483dd84e84" /><Relationship Type="http://schemas.openxmlformats.org/officeDocument/2006/relationships/notesMaster" Target="/ppt/notesMasters/notesMaster1.xml" Id="R37ef1630e6bc46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809dc54184935" /><Relationship Type="http://schemas.openxmlformats.org/officeDocument/2006/relationships/notesMaster" Target="/ppt/notesMasters/notesMaster1.xml" Id="R5bb17c28b8b149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ef19c6877429d" /><Relationship Type="http://schemas.openxmlformats.org/officeDocument/2006/relationships/notesMaster" Target="/ppt/notesMasters/notesMaster1.xml" Id="R6defdf1c0acc47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80d8209fb14f7f" /><Relationship Type="http://schemas.openxmlformats.org/officeDocument/2006/relationships/notesMaster" Target="/ppt/notesMasters/notesMaster1.xml" Id="Rad27a82bb86a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implementation story: proven growth-stock principles and accumulated market judgment are converted into explicit, persistent rules that can support systematic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objective is not to automate a book word for word. The system extracts durable principles, combines them with observed market behaviour, and expresses the result as deterministic rules, transitions and safeguards.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scanner connects structure, recovery, pivot, breakout, success and failure instead of recalculating an unrelated answer each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states can move backward as price changes. Breakout, success and failure are historical outcomes and remain latched.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weekly true-range move must be no more than 50% of total base depth. Compression fields are diagnostic, not hard filters. Recovery never decides whether the structure itself is 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may exceed 100%. A setup moving from 87% to 78% returns to Recovery Building unless a breakout has already been confirmed. State priority is failure, success, confirmed breakout, 85% recovery, 40%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handle high is eligible between base low plus 85% of base depth and base low plus 110%. A failed replacement never deletes an existing confirmed handle.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management band classifies current price location; it is not an automatic recommendation. Failure uses closing prices, reducing noise from intraday 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latest state also contains 56 failed and 147 below-threshold structures. The three primary review tables contain 716 visible bases.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these as the bridge from rules to actual state. LALPATHLAB is especially useful because it has a confirmed daily handle and remains 2.2% below the actionable pivot.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hard-work summary: the refinement eliminated ambiguity, duplicate representations, path-dependent inconsistencies and history-erasing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daily transition drives historical reconstruction and incremental operation. Normal runs process only missing candles and are idempotent.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zero-mismatch result proves that the faster incremental path reproduces the frozen reconstruction exactly for the validated period. It is implementation evidence, not a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with the operational value: fewer disconnected alerts, more consistent review and an auditable record of every important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d19b35bc541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2f66847c943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3f77b46b54b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1f608f83b45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d80e3523544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75145a70747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44fd728f04a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40d0c978643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283f83da847c5" /><Relationship Type="http://schemas.openxmlformats.org/officeDocument/2006/relationships/image" Target="/ppt/media/image.png" Id="Rdbc8e3dc923647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7c8b445a84342" /><Relationship Type="http://schemas.openxmlformats.org/officeDocument/2006/relationships/image" Target="/ppt/media/image2.png" Id="Rc204d3d267bb4c4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dbc8e3dc9236476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204d3d267bb4c4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bf823bb5442b4" /><Relationship Type="http://schemas.openxmlformats.org/officeDocument/2006/relationships/slideLayout" Target="/ppt/slideLayouts/slideLayout1.xml" Id="R5f7f6e6683e84a9b" /><Relationship Type="http://schemas.openxmlformats.org/officeDocument/2006/relationships/slideLayout" Target="/ppt/slideLayouts/slideLayout2.xml" Id="Rc3cbd2dbee4846d4" /><Relationship Type="http://schemas.openxmlformats.org/officeDocument/2006/relationships/slideLayout" Target="/ppt/slideLayouts/slideLayout3.xml" Id="Rd64b97ec924245b8" /><Relationship Type="http://schemas.openxmlformats.org/officeDocument/2006/relationships/slideLayout" Target="/ppt/slideLayouts/slideLayout4.xml" Id="R636b5278b34a46c6" /><Relationship Type="http://schemas.openxmlformats.org/officeDocument/2006/relationships/slideLayout" Target="/ppt/slideLayouts/slideLayout5.xml" Id="R9d169d670f184398" /><Relationship Type="http://schemas.openxmlformats.org/officeDocument/2006/relationships/slideLayout" Target="/ppt/slideLayouts/slideLayout6.xml" Id="R6a213d461df3458b" /><Relationship Type="http://schemas.openxmlformats.org/officeDocument/2006/relationships/slideLayout" Target="/ppt/slideLayouts/slideLayout7.xml" Id="R06f53e364d174751" /><Relationship Type="http://schemas.openxmlformats.org/officeDocument/2006/relationships/slideLayout" Target="/ppt/slideLayouts/slideLayout8.xml" Id="R26eca8de1d424cd6" /><Relationship Type="http://schemas.openxmlformats.org/officeDocument/2006/relationships/slideLayout" Target="/ppt/slideLayouts/slideLayout9.xml" Id="R2c7ea1d8d3c54e69" /><Relationship Type="http://schemas.openxmlformats.org/officeDocument/2006/relationships/slideLayout" Target="/ppt/slideLayouts/slideLayout10.xml" Id="Rbd92272be21b4b5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f6e6683e84a9b"/>
    <p:sldLayoutId xmlns:r="http://schemas.openxmlformats.org/officeDocument/2006/relationships" id="2147483650" r:id="Rc3cbd2dbee4846d4"/>
    <p:sldLayoutId xmlns:r="http://schemas.openxmlformats.org/officeDocument/2006/relationships" id="2147483651" r:id="Rd64b97ec924245b8"/>
    <p:sldLayoutId xmlns:r="http://schemas.openxmlformats.org/officeDocument/2006/relationships" id="2147483652" r:id="R636b5278b34a46c6"/>
    <p:sldLayoutId xmlns:r="http://schemas.openxmlformats.org/officeDocument/2006/relationships" id="2147483653" r:id="R9d169d670f184398"/>
    <p:sldLayoutId xmlns:r="http://schemas.openxmlformats.org/officeDocument/2006/relationships" id="2147483654" r:id="R6a213d461df3458b"/>
    <p:sldLayoutId xmlns:r="http://schemas.openxmlformats.org/officeDocument/2006/relationships" id="2147483655" r:id="R06f53e364d174751"/>
    <p:sldLayoutId xmlns:r="http://schemas.openxmlformats.org/officeDocument/2006/relationships" id="2147483656" r:id="R26eca8de1d424cd6"/>
    <p:sldLayoutId xmlns:r="http://schemas.openxmlformats.org/officeDocument/2006/relationships" id="2147483657" r:id="R2c7ea1d8d3c54e69"/>
    <p:sldLayoutId xmlns:r="http://schemas.openxmlformats.org/officeDocument/2006/relationships" id="2147483658" r:id="Rbd92272be21b4b5e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f4be4d6d14b11" /><Relationship Type="http://schemas.openxmlformats.org/officeDocument/2006/relationships/notesSlide" Target="/ppt/notesSlides/notesSlide1.xml" Id="Ra4dae399f27a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514d44db964325" /><Relationship Type="http://schemas.openxmlformats.org/officeDocument/2006/relationships/notesSlide" Target="/ppt/notesSlides/notesSlide2.xml" Id="R5c46101ea807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5924e32c64c09" /><Relationship Type="http://schemas.openxmlformats.org/officeDocument/2006/relationships/notesSlide" Target="/ppt/notesSlides/notesSlide3.xml" Id="R820f4a36c37343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8ef04576b64401" /><Relationship Type="http://schemas.openxmlformats.org/officeDocument/2006/relationships/notesSlide" Target="/ppt/notesSlides/notesSlide4.xml" Id="R137199685749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1d0c3a910c542c1" /><Relationship Type="http://schemas.openxmlformats.org/officeDocument/2006/relationships/notesSlide" Target="/ppt/notesSlides/notesSlide5.xml" Id="R519c29ee8395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37853befbe437b" /><Relationship Type="http://schemas.openxmlformats.org/officeDocument/2006/relationships/notesSlide" Target="/ppt/notesSlides/notesSlide6.xml" Id="R13c1562d264e4e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c4ce183a8be414a" /><Relationship Type="http://schemas.openxmlformats.org/officeDocument/2006/relationships/notesSlide" Target="/ppt/notesSlides/notesSlide7.xml" Id="R420703f96bad43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bc014b673d94b1a" /><Relationship Type="http://schemas.openxmlformats.org/officeDocument/2006/relationships/notesSlide" Target="/ppt/notesSlides/notesSlide8.xml" Id="R8432cefa325f4a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db705e2774af3" /><Relationship Type="http://schemas.openxmlformats.org/officeDocument/2006/relationships/notesSlide" Target="/ppt/notesSlides/notesSlide9.xml" Id="R340e294217ae4c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f47d6b8ea104244" /><Relationship Type="http://schemas.openxmlformats.org/officeDocument/2006/relationships/notesSlide" Target="/ppt/notesSlides/notesSlide10.xml" Id="R3b5a7ca71afb4d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3fc23657c44660" /><Relationship Type="http://schemas.openxmlformats.org/officeDocument/2006/relationships/notesSlide" Target="/ppt/notesSlides/notesSlide11.xml" Id="R6d1c8b2b301243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52d14e9535f42b5" /><Relationship Type="http://schemas.openxmlformats.org/officeDocument/2006/relationships/notesSlide" Target="/ppt/notesSlides/notesSlide12.xml" Id="R1859e598757948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23db1a1b84916" /><Relationship Type="http://schemas.openxmlformats.org/officeDocument/2006/relationships/notesSlide" Target="/ppt/notesSlides/notesSlide13.xml" Id="Rf79f45a89ff84c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f5f7b5a554efc" /><Relationship Type="http://schemas.openxmlformats.org/officeDocument/2006/relationships/notesSlide" Target="/ppt/notesSlides/notesSlide14.xml" Id="Rdfcc36b29edf48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Base Lifecycle Scanner</a:t>
            </a:r>
          </a:p>
          <a:p xmlns:a="http://schemas.openxmlformats.org/drawingml/2006/main">
            <a:r>
              <a:rPr sz="7200"/>
              <a:t>A persistent journey, not a snapshot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O'Neil + Minervini principles</a:t>
            </a:r>
          </a:p>
          <a:p xmlns:a="http://schemas.openxmlformats.org/drawingml/2006/main">
            <a:r>
              <a:rPr sz="2000"/>
              <a:t>Market judgment made explicit</a:t>
            </a:r>
          </a:p>
          <a:p xmlns:a="http://schemas.openxmlformats.org/drawingml/2006/main">
            <a:r>
              <a:rPr sz="2000"/>
              <a:t>Ready for systematic execution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PRODUCTION STORY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Snapshot · 24 Jul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O'NEIL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 structure, pivot definition, breakout confirmation and demand-led follow-through.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AEABBA-AD62-52D1-5588-17C604158753}" type="slidenum">
              <a:t>02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MINERVINI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Trend template, setup quality, contraction behaviour and disciplined failure levels.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MARKET EXPERIENCE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edge, exceptions, false positives and the nuance required in production.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proven method to an automated operating system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Constructive consolidation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Clear pivot and trigger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Demand at breakout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Follow-through must persist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Trend alignment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Tightness and contraction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Relative-strength context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Predefined failure levels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Lifecycle staging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Handle and pivot nuance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Warning versus hard failure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decision remains auditable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A snapshot scanner</a:t>
            </a:r>
          </a:p>
          <a:p xmlns:a="http://schemas.openxmlformats.org/drawingml/2006/main">
            <a:r>
              <a:rPr sz="4200"/>
              <a:t>forgets the journey.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This system remembers</a:t>
            </a:r>
          </a:p>
          <a:p xmlns:a="http://schemas.openxmlformats.org/drawingml/2006/main">
            <a:r>
              <a:rPr sz="4200"/>
              <a:t>every valid setup.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Successful 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Follow-through achieved.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Manage phase + zone.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MANAGE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85%+ or breakout confirmed.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Review first.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base. Three decisions.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cxnSp>
        <p:nvCxnSpPr>
          <p:cNvPr id="10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40%–85% recovered.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Prepare.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Friday-labelled weekly candles. Evaluate 104W → 52W → 26W.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Depth, duration, prior advance, trend alignment and abnormal-week filters.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CONSOLIDATE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Collapse equivalent windows; preserve genuinely distinct nested bases.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is proven before recovery is measured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Exclude latest 12W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Low follows left high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Peak → low ≥6W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Incomplete week excluded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Depth 15%–60%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Width ≥12W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Prior advance ≥ max(20%, depth)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&gt; EMA200; EMA50 &gt; EMA200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Largest window retained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Equivalent windows recorded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Distinct structures survive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Track when recovery ≥40%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85%+ or breakout confirmed.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Outcome later latches.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40%–85%.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Stage is reversible.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BELOW 40% · HIDDEN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maps price into clear review states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cxnSp>
        <p:nvCxnSpPr>
          <p:cNvPr id="10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FORMULA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(close − base low) ÷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(left high − base low)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FALLBACK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original left high is active immediately after the base low.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Daily high must sit in the 85%–110% base-depth recovery zone.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Five completed sessions; pullback cannot exceed base depth ÷ 3.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base, one actionable pivot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daily candles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Higher high resets count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Lower highs add no pivots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minimum pullback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Confirmed handle stays active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Replacement may stay pending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test never pauses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freezes at breakout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Candidate failure ≠ pivot loss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Active invalidation is separate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Fallback returns to left high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Only one level is actionable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crosses pivot + max(0.5% of pivot, 0.20 × ATR14).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clears max(1.10 × pivot, left high + confirmation buffer).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FAILURE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hard close or two consecutive closes below the range low.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Trigger, success and failure use separate levels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tested first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Previous close ≤ level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close &gt; level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freezes at trigger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Fixed ±10% range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Old supply must clear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 remains latched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zone can change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Hard level = 0.90×pivot − buffer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Buffer = max(1%, 0.25×ATR)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Marginal breach = warning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Stalled after 10 weeks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snapshot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102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consideration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building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187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Successful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919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Lifecycle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checkpoints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Latest committed market date: 24 July 2026 · production state validation passed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 · 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FLUOROCHEM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104W base · 84.5% recovered · 40.2% deep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82-week base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₹4,877.10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₹4,573.70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 · CONSIDERATION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LALPATHLAB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104W base · 93.3% recovered · daily handle ready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₹1,798.66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₹1,759.20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2.2% below pivot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 · SUCCESS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HUHTAMAKI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52W base · breakout 22 Jul · success 24 Jul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₹272.65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₹318.68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+16.9% above pivot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real states from the 24 July production snapshot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Completed-week structure, equivalent-window consolidation and persistent identity.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DETERMINISM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pivot, breakout-first processing and a frozen trigger level.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Reversible recovery; latched outcomes; historical phase separated from zone.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fine tuning changed in practice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incomplete-week drift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duplicated window views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Nested bases preserved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Tracking survives rediscovery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competing resistance ranks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candidate-processing blind spot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breakout-candle pivot move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silent pivot deletion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erased breakout history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success lost on pullback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Failure remains auditable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location stays visible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EABFF68E-23AE-4BD1-8EA3-E93A7247BD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STRUCTURE REGISTRY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Weekly facts refresh only at completed boundaries. Heavy discovery is reused.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FB4CA43-EE8D-4D27-8201-CD99AF92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171C989-E74F-4D76-87A6-9BCAC14A0DA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STATE + EVENTS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Previous state + one completed daily candle → new state + observable events.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D779AACF-B0FD-43B1-8703-004317A6DCB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JOURNEY VIEWS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Review groups are pure projections. UI changes never rewrite structural facts.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23171E6-8FF1-4B39-BE15-54B773C22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architecture protects both speed and truth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39C7FAE3-F11E-4E90-8F74-ACD8B68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CE575E59-DB7D-4551-A29C-708DD32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9DDF4B07-5CE4-4833-8224-4759691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300063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Hard-won confidence: replay and incremental agree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Frozen parity through 23 Jul 2026 · production validation through 24 Jul 2026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WHY THIS MATTERS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32,724 baseline = 32,724 incremental rows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 missing · 0 unexpected · 0 field mismatches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Versioned checkpoints + idempotent reruns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reconstruction remains available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Parity proves implementation equivalence—not strategy performance.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Incremental rows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Field mismatches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state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 rows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887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Unique bases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33.6K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history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From pattern detection to</a:t>
            </a:r>
          </a:p>
          <a:p xmlns:a="http://schemas.openxmlformats.org/drawingml/2006/main">
            <a:r>
              <a:rPr sz="4800"/>
              <a:t>auditable lifecycle memory.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 CLARITY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Know what is building, what needs review and what has already proved itself.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SYSTEM CONFIDENCE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state is explainable, reproducible and ready to advance one candle at a time.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2026-07-26T09:39:15.3880000Z</dcterms:created>
  <dcterms:modified xsi:type="dcterms:W3CDTF">2026-07-26T09:39:15.3880000Z</dcterms:modified>
</coreProperties>
</file>