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2305fd5ce4a6f" /><Relationship Type="http://schemas.openxmlformats.org/officeDocument/2006/relationships/extended-properties" Target="/docProps/app.xml" Id="R8cced0147c6149e7" /><Relationship Type="http://schemas.openxmlformats.org/officeDocument/2006/relationships/officeDocument" Target="/ppt/presentation.xml" Id="R43933f43d8d640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14aedacad149f8"/>
  </p:sldMasterIdLst>
  <p:notesMasterIdLst>
    <p:notesMasterId xmlns:r="http://schemas.openxmlformats.org/officeDocument/2006/relationships" r:id="Rf6939cf9959047f5"/>
  </p:notesMasterIdLst>
  <p:sldIdLst>
    <p:sldId xmlns:r="http://schemas.openxmlformats.org/officeDocument/2006/relationships" id="256" r:id="R006c8535e773460b"/>
    <p:sldId xmlns:r="http://schemas.openxmlformats.org/officeDocument/2006/relationships" id="257" r:id="R1473e1553b244802"/>
    <p:sldId xmlns:r="http://schemas.openxmlformats.org/officeDocument/2006/relationships" id="258" r:id="Rc16120b2ddba434a"/>
    <p:sldId xmlns:r="http://schemas.openxmlformats.org/officeDocument/2006/relationships" id="259" r:id="Ra5ce85d7cf694b19"/>
    <p:sldId xmlns:r="http://schemas.openxmlformats.org/officeDocument/2006/relationships" id="260" r:id="R09a3d9250b7443d9"/>
    <p:sldId xmlns:r="http://schemas.openxmlformats.org/officeDocument/2006/relationships" id="261" r:id="Rdd591b726735478b"/>
    <p:sldId xmlns:r="http://schemas.openxmlformats.org/officeDocument/2006/relationships" id="262" r:id="Rbf2520f7fd464136"/>
    <p:sldId xmlns:r="http://schemas.openxmlformats.org/officeDocument/2006/relationships" id="263" r:id="Red6803b458fb4917"/>
    <p:sldId xmlns:r="http://schemas.openxmlformats.org/officeDocument/2006/relationships" id="264" r:id="Ra074969eb6104365"/>
    <p:sldId xmlns:r="http://schemas.openxmlformats.org/officeDocument/2006/relationships" id="265" r:id="R6ea1c8df77824c26"/>
    <p:sldId xmlns:r="http://schemas.openxmlformats.org/officeDocument/2006/relationships" id="266" r:id="R592b007de3834cb5"/>
    <p:sldId xmlns:r="http://schemas.openxmlformats.org/officeDocument/2006/relationships" id="267" r:id="R9fd2a16d91304f4a"/>
    <p:sldId xmlns:r="http://schemas.openxmlformats.org/officeDocument/2006/relationships" id="268" r:id="R6e108b8295da45c5"/>
    <p:sldId xmlns:r="http://schemas.openxmlformats.org/officeDocument/2006/relationships" id="269" r:id="Rab75d24041054e5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77a5fd5295472b" /><Relationship Type="http://schemas.openxmlformats.org/officeDocument/2006/relationships/slideMaster" Target="/ppt/slideMasters/slideMaster1.xml" Id="Rfc14aedacad149f8" /><Relationship Type="http://schemas.openxmlformats.org/officeDocument/2006/relationships/notesMaster" Target="/ppt/notesMasters/notesMaster1.xml" Id="Rf6939cf9959047f5" /><Relationship Type="http://schemas.openxmlformats.org/officeDocument/2006/relationships/presProps" Target="/ppt/presProps.xml" Id="Rda243541b5e34355" /><Relationship Type="http://schemas.openxmlformats.org/officeDocument/2006/relationships/tableStyles" Target="/ppt/tableStyles.xml" Id="R8201cb88b04d4db1" /><Relationship Type="http://schemas.openxmlformats.org/officeDocument/2006/relationships/slide" Target="/ppt/slides/slide1.xml" Id="R006c8535e773460b" /><Relationship Type="http://schemas.openxmlformats.org/officeDocument/2006/relationships/slide" Target="/ppt/slides/slide2.xml" Id="R1473e1553b244802" /><Relationship Type="http://schemas.openxmlformats.org/officeDocument/2006/relationships/slide" Target="/ppt/slides/slide3.xml" Id="Rc16120b2ddba434a" /><Relationship Type="http://schemas.openxmlformats.org/officeDocument/2006/relationships/slide" Target="/ppt/slides/slide4.xml" Id="Ra5ce85d7cf694b19" /><Relationship Type="http://schemas.openxmlformats.org/officeDocument/2006/relationships/slide" Target="/ppt/slides/slide5.xml" Id="R09a3d9250b7443d9" /><Relationship Type="http://schemas.openxmlformats.org/officeDocument/2006/relationships/slide" Target="/ppt/slides/slide6.xml" Id="Rdd591b726735478b" /><Relationship Type="http://schemas.openxmlformats.org/officeDocument/2006/relationships/slide" Target="/ppt/slides/slide7.xml" Id="Rbf2520f7fd464136" /><Relationship Type="http://schemas.openxmlformats.org/officeDocument/2006/relationships/slide" Target="/ppt/slides/slide8.xml" Id="Red6803b458fb4917" /><Relationship Type="http://schemas.openxmlformats.org/officeDocument/2006/relationships/slide" Target="/ppt/slides/slide9.xml" Id="Ra074969eb6104365" /><Relationship Type="http://schemas.openxmlformats.org/officeDocument/2006/relationships/slide" Target="/ppt/slides/slide10.xml" Id="R6ea1c8df77824c26" /><Relationship Type="http://schemas.openxmlformats.org/officeDocument/2006/relationships/slide" Target="/ppt/slides/slide11.xml" Id="R592b007de3834cb5" /><Relationship Type="http://schemas.openxmlformats.org/officeDocument/2006/relationships/slide" Target="/ppt/slides/slide12.xml" Id="R9fd2a16d91304f4a" /><Relationship Type="http://schemas.openxmlformats.org/officeDocument/2006/relationships/slide" Target="/ppt/slides/slide13.xml" Id="R6e108b8295da45c5" /><Relationship Type="http://schemas.openxmlformats.org/officeDocument/2006/relationships/slide" Target="/ppt/slides/slide14.xml" Id="Rab75d24041054e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c64b7c804d40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215a8590fb4c7b" /><Relationship Type="http://schemas.openxmlformats.org/officeDocument/2006/relationships/notesMaster" Target="/ppt/notesMasters/notesMaster1.xml" Id="Reda8cd87027c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1412f6ebc44c3b" /><Relationship Type="http://schemas.openxmlformats.org/officeDocument/2006/relationships/notesMaster" Target="/ppt/notesMasters/notesMaster1.xml" Id="R40deeef2ba2848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6293e345814d5a" /><Relationship Type="http://schemas.openxmlformats.org/officeDocument/2006/relationships/notesMaster" Target="/ppt/notesMasters/notesMaster1.xml" Id="Rf2b6a8ec5ad848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acc3132a16463c" /><Relationship Type="http://schemas.openxmlformats.org/officeDocument/2006/relationships/notesMaster" Target="/ppt/notesMasters/notesMaster1.xml" Id="R57608332137b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2ede182e7944f9" /><Relationship Type="http://schemas.openxmlformats.org/officeDocument/2006/relationships/notesMaster" Target="/ppt/notesMasters/notesMaster1.xml" Id="R552d3620ebf94e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caa64d92e7464a" /><Relationship Type="http://schemas.openxmlformats.org/officeDocument/2006/relationships/notesMaster" Target="/ppt/notesMasters/notesMaster1.xml" Id="R41aa4ed893e34e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f7037d488a44d3" /><Relationship Type="http://schemas.openxmlformats.org/officeDocument/2006/relationships/notesMaster" Target="/ppt/notesMasters/notesMaster1.xml" Id="R1bf00e1589cc44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3826a1dd724c50" /><Relationship Type="http://schemas.openxmlformats.org/officeDocument/2006/relationships/notesMaster" Target="/ppt/notesMasters/notesMaster1.xml" Id="R68f7be5d96224b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dea2bd91044a0c" /><Relationship Type="http://schemas.openxmlformats.org/officeDocument/2006/relationships/notesMaster" Target="/ppt/notesMasters/notesMaster1.xml" Id="R2b7d2a0a47d443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49f999923547ca" /><Relationship Type="http://schemas.openxmlformats.org/officeDocument/2006/relationships/notesMaster" Target="/ppt/notesMasters/notesMaster1.xml" Id="R4042eaf85ab54a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ab48fbd46e4033" /><Relationship Type="http://schemas.openxmlformats.org/officeDocument/2006/relationships/notesMaster" Target="/ppt/notesMasters/notesMaster1.xml" Id="R20d65b16d16e45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ee78a0000746fe" /><Relationship Type="http://schemas.openxmlformats.org/officeDocument/2006/relationships/notesMaster" Target="/ppt/notesMasters/notesMaster1.xml" Id="Rab0f3753dcec4e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dcfc07b6e64489" /><Relationship Type="http://schemas.openxmlformats.org/officeDocument/2006/relationships/notesMaster" Target="/ppt/notesMasters/notesMaster1.xml" Id="Ra7918ef0f85144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bbab036b5344ac" /><Relationship Type="http://schemas.openxmlformats.org/officeDocument/2006/relationships/notesMaster" Target="/ppt/notesMasters/notesMaster1.xml" Id="Ra7aa457d3ab140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distinction: a normal scanner produces isolated alerts; this system preserves the complete journey and the reason for every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scanner connects structure, recovery, pivot, breakout, success and failure instead of recalculating an unrelated answer each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states can move backward as price changes. Breakout, success and failure are historical outcomes and remain latched.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largest weekly true-range move must be no more than 50% of total base depth. Compression fields are diagnostic, not hard filters. Recovery never decides whether the structure itself is valid.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may exceed 100%. A setup moving from 87% to 78% returns to Recovery Building unless a breakout has already been confirmed. State priority is failure, success, confirmed breakout, 85% recovery, 40% recovery.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handle high is eligible between base low plus 85% of base depth and base low plus 110%. A failed replacement never deletes an existing confirmed handle.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management band classifies current price location; it is not an automatic recommendation. Failure uses closing prices, reducing noise from intraday 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latest state also contains 56 failed and 147 below-threshold structures. The three primary review tables contain 716 visible bases.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queues organize attention. They do not replace entry rules, portfolio construction or risk sizing.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these as the bridge from rules to actual state. LALPATHLAB is especially useful because it has a confirmed daily handle and remains 2.2% below the actionable pivot.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hard-work summary: the refinement eliminated ambiguity, duplicate representations, path-dependent inconsistencies and history-erasing updates.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same daily transition drives historical reconstruction and incremental operation. Normal runs process only missing candles and are idempotent.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zero-mismatch result proves that the faster incremental path reproduces the frozen reconstruction exactly for the validated period. It is implementation evidence, not a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with the operational value: fewer disconnected alerts, more consistent review and an auditable record of every important transition.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97205feec4a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5323ae5f04b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304bd031144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fef18fcb3840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a9448484d643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c3a83bc58402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1cd245c274b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eeb9031a5484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7d49de4e74176" /><Relationship Type="http://schemas.openxmlformats.org/officeDocument/2006/relationships/image" Target="/ppt/media/image.png" Id="R5c6ef6e6113747d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94755d63f4d55" /><Relationship Type="http://schemas.openxmlformats.org/officeDocument/2006/relationships/image" Target="/ppt/media/image2.png" Id="R88b3e9901756419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5c6ef6e6113747d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88b3e9901756419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a7a3057644048" /><Relationship Type="http://schemas.openxmlformats.org/officeDocument/2006/relationships/slideLayout" Target="/ppt/slideLayouts/slideLayout1.xml" Id="R3b4639308ac340b6" /><Relationship Type="http://schemas.openxmlformats.org/officeDocument/2006/relationships/slideLayout" Target="/ppt/slideLayouts/slideLayout2.xml" Id="R556527edb7ec457c" /><Relationship Type="http://schemas.openxmlformats.org/officeDocument/2006/relationships/slideLayout" Target="/ppt/slideLayouts/slideLayout3.xml" Id="Rf680ffd3c1634885" /><Relationship Type="http://schemas.openxmlformats.org/officeDocument/2006/relationships/slideLayout" Target="/ppt/slideLayouts/slideLayout4.xml" Id="R3e2ec6b767654382" /><Relationship Type="http://schemas.openxmlformats.org/officeDocument/2006/relationships/slideLayout" Target="/ppt/slideLayouts/slideLayout5.xml" Id="Rb36fdcf2245148c3" /><Relationship Type="http://schemas.openxmlformats.org/officeDocument/2006/relationships/slideLayout" Target="/ppt/slideLayouts/slideLayout6.xml" Id="R04098aafeea044af" /><Relationship Type="http://schemas.openxmlformats.org/officeDocument/2006/relationships/slideLayout" Target="/ppt/slideLayouts/slideLayout7.xml" Id="R4e61765ef18f440d" /><Relationship Type="http://schemas.openxmlformats.org/officeDocument/2006/relationships/slideLayout" Target="/ppt/slideLayouts/slideLayout8.xml" Id="Red31ba2056814c92" /><Relationship Type="http://schemas.openxmlformats.org/officeDocument/2006/relationships/slideLayout" Target="/ppt/slideLayouts/slideLayout9.xml" Id="Rcecfbacd5ee34039" /><Relationship Type="http://schemas.openxmlformats.org/officeDocument/2006/relationships/slideLayout" Target="/ppt/slideLayouts/slideLayout10.xml" Id="R506d68e6539543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639308ac340b6"/>
    <p:sldLayoutId xmlns:r="http://schemas.openxmlformats.org/officeDocument/2006/relationships" id="2147483650" r:id="R556527edb7ec457c"/>
    <p:sldLayoutId xmlns:r="http://schemas.openxmlformats.org/officeDocument/2006/relationships" id="2147483651" r:id="Rf680ffd3c1634885"/>
    <p:sldLayoutId xmlns:r="http://schemas.openxmlformats.org/officeDocument/2006/relationships" id="2147483652" r:id="R3e2ec6b767654382"/>
    <p:sldLayoutId xmlns:r="http://schemas.openxmlformats.org/officeDocument/2006/relationships" id="2147483653" r:id="Rb36fdcf2245148c3"/>
    <p:sldLayoutId xmlns:r="http://schemas.openxmlformats.org/officeDocument/2006/relationships" id="2147483654" r:id="R04098aafeea044af"/>
    <p:sldLayoutId xmlns:r="http://schemas.openxmlformats.org/officeDocument/2006/relationships" id="2147483655" r:id="R4e61765ef18f440d"/>
    <p:sldLayoutId xmlns:r="http://schemas.openxmlformats.org/officeDocument/2006/relationships" id="2147483656" r:id="Red31ba2056814c92"/>
    <p:sldLayoutId xmlns:r="http://schemas.openxmlformats.org/officeDocument/2006/relationships" id="2147483657" r:id="Rcecfbacd5ee34039"/>
    <p:sldLayoutId xmlns:r="http://schemas.openxmlformats.org/officeDocument/2006/relationships" id="2147483658" r:id="R506d68e65395438b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1268f633c40b7" /><Relationship Type="http://schemas.openxmlformats.org/officeDocument/2006/relationships/notesSlide" Target="/ppt/notesSlides/notesSlide1.xml" Id="Rd06a22d947f945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8679f61e94c9c" /><Relationship Type="http://schemas.openxmlformats.org/officeDocument/2006/relationships/notesSlide" Target="/ppt/notesSlides/notesSlide2.xml" Id="R33386dd5fc3041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5674a48209f4583" /><Relationship Type="http://schemas.openxmlformats.org/officeDocument/2006/relationships/notesSlide" Target="/ppt/notesSlides/notesSlide3.xml" Id="R974be2f1915a44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67461f24b8b48f7" /><Relationship Type="http://schemas.openxmlformats.org/officeDocument/2006/relationships/notesSlide" Target="/ppt/notesSlides/notesSlide4.xml" Id="Rd589266f8ddf42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893c771f60d4538" /><Relationship Type="http://schemas.openxmlformats.org/officeDocument/2006/relationships/notesSlide" Target="/ppt/notesSlides/notesSlide5.xml" Id="Rdee62e5d5bb74c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239e56dc96c43d4" /><Relationship Type="http://schemas.openxmlformats.org/officeDocument/2006/relationships/notesSlide" Target="/ppt/notesSlides/notesSlide6.xml" Id="Ra562c7541bd141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4147dc67ce942e1" /><Relationship Type="http://schemas.openxmlformats.org/officeDocument/2006/relationships/notesSlide" Target="/ppt/notesSlides/notesSlide7.xml" Id="R902ed377be5c4f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4d683231042ad" /><Relationship Type="http://schemas.openxmlformats.org/officeDocument/2006/relationships/notesSlide" Target="/ppt/notesSlides/notesSlide8.xml" Id="R7d19d767205643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93db6b56e24465b" /><Relationship Type="http://schemas.openxmlformats.org/officeDocument/2006/relationships/notesSlide" Target="/ppt/notesSlides/notesSlide9.xml" Id="Rdd922ee26d5a41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3541bee7299413d" /><Relationship Type="http://schemas.openxmlformats.org/officeDocument/2006/relationships/notesSlide" Target="/ppt/notesSlides/notesSlide10.xml" Id="R41c4998064854b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30b911a89c840ec" /><Relationship Type="http://schemas.openxmlformats.org/officeDocument/2006/relationships/notesSlide" Target="/ppt/notesSlides/notesSlide11.xml" Id="Rf4123a465a9242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95c4e528f54351" /><Relationship Type="http://schemas.openxmlformats.org/officeDocument/2006/relationships/notesSlide" Target="/ppt/notesSlides/notesSlide12.xml" Id="Re5bcba54a44947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511994d5484fad" /><Relationship Type="http://schemas.openxmlformats.org/officeDocument/2006/relationships/notesSlide" Target="/ppt/notesSlides/notesSlide13.xml" Id="R43a8a973229043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42559f69c4701" /><Relationship Type="http://schemas.openxmlformats.org/officeDocument/2006/relationships/notesSlide" Target="/ppt/notesSlides/notesSlide14.xml" Id="Rc2dd4a38300840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Base Lifecycle Scanner</a:t>
            </a:r>
          </a:p>
          <a:p xmlns:a="http://schemas.openxmlformats.org/drawingml/2006/main">
            <a:r>
              <a:rPr sz="7200"/>
              <a:t>A persistent journey, not a snapshot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Decision-first review</a:t>
            </a:r>
          </a:p>
          <a:p xmlns:a="http://schemas.openxmlformats.org/drawingml/2006/main">
            <a:r>
              <a:rPr sz="2000"/>
              <a:t>Explicit, testable rules</a:t>
            </a:r>
          </a:p>
          <a:p xmlns:a="http://schemas.openxmlformats.org/drawingml/2006/main">
            <a:r>
              <a:rPr sz="2000"/>
              <a:t>Production-ready state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PRODUCTION STORY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Snapshot · 24 Jul 2026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CBAEABBA-AD62-52D1-5588-17C604158753}" type="slidenum">
              <a:t>02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A snapshot scanner</a:t>
            </a:r>
          </a:p>
          <a:p xmlns:a="http://schemas.openxmlformats.org/drawingml/2006/main">
            <a:r>
              <a:rPr sz="4200"/>
              <a:t>forgets the journey.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This system remembers</a:t>
            </a:r>
          </a:p>
          <a:p xmlns:a="http://schemas.openxmlformats.org/drawingml/2006/main">
            <a:r>
              <a:rPr sz="4200"/>
              <a:t>every valid setup.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Successful Breakout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Follow-through achieved.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Manage phase + zone.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MANAGE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Breakout Consideration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85%+ or breakout confirmed.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Review first.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base. Three decisions.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cxnSp>
        <p:nvCxnSpPr>
          <p:cNvPr id="76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Recovery Building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40%–85% recovered.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Prepare.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 Friday-labelled weekly candles. Evaluate 104W → 52W → 26W.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Depth, duration, prior advance, trend alignment and abnormal-week filters.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CONSOLIDATE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Collapse equivalent windows; preserve genuinely distinct nested bases.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is proven before recovery is measured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Exclude latest 12W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Low follows left high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Peak → low ≥6W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Incomplete week excluded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Depth 15%–60%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Width ≥12W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Prior advance ≥ max(20%, depth)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&gt; EMA200; EMA50 &gt; EMA200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Largest window retained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Equivalent windows recorded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Distinct structures survive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Track when recovery ≥40%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Breakout Consideration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85%+ or breakout confirmed.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Outcome later latches.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Recovery Building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40%–85%.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Stage is reversible.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BELOW 40% · HIDDEN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70F4AC-E6D1-01EE-6732-05F7C8E78B55}" type="slidenum">
              <a:t>05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Recovery maps price into clear review states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cxnSp>
        <p:nvCxnSpPr>
          <p:cNvPr id="76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FORMULA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(close − base low) ÷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(left high − base low)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FALLBACK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original left high is active immediately after the base low.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9BFB0FA-5DC7-50DB-D53A-0B6D0E34987E}" type="slidenum">
              <a:t>06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CANDIDATE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Daily high must sit in the 85%–110% base-depth recovery zone.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CONFIRM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Five completed sessions; pullback cannot exceed base depth ÷ 3.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base, one actionable pivot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 daily candles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Higher high resets count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Lower highs add no pivots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minimum pullback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Confirmed handle stays active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Replacement may stay pending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Breakout test never pauses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freezes at breakout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Candidate failure ≠ pivot loss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Active invalidation is separate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Fallback returns to left high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Only one level is actionable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TRIGGER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crosses pivot + max(0.5% of pivot, 0.20 × ATR14).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C5B3A8-B30B-D205-8921-516C108AB9AB}" type="slidenum">
              <a:t>07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clears max(1.10 × pivot, left high + confirmation buffer).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FAILURE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hard close or two consecutive closes below the range low.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Trigger, success and failure use separate levels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Breakout tested first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Previous close ≤ level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Current close &gt; level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freezes at trigger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Fixed ±10% range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Old supply must clear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Success remains latched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Current zone can change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Hard level = 0.90×pivot − buffer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Buffer = max(1%, 0.25×ATR)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Marginal breach = warning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Stalled after 10 weeks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2E54B70-3376-18BE-56BD-5BB8BA701776}" type="slidenum">
              <a:t>08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snapshot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102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Breakout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consideration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427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Recovery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building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187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Successful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breakouts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919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Lifecycle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checkpoints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Latest committed market date: 24 July 2026 · production state validation passed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A1C5C1-82D9-B99C-E103-C2AFD66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41925A4-50C3-437F-A6B5-E4058446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00BBE53-5F2F-7CC8-0538-CFB4A20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8E121FC-0773-4D41-B407-A75A7E27DD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RECOVERY BUILDING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40%–85% · prepare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C284B6E6-EAE6-BB6F-9352-FADE91E66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4235D47-801C-AA1F-E2A0-5E98061CBF6D}" type="slidenum">
              <a:t>09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9D4C67A-8BD6-C687-51C1-8B93C00A9C1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BREAKOUT CONSIDERATION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85%+ or confirmed · review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7792D87E-883F-7EB3-D970-8BBDA3A4CEB0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2800841"/>
            <a:ext cx="2949339" cy="990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SUCCESSFUL BREAKOUT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follow-through · manage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C616EA3E-3493-D910-145D-D2D69654D4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dashboard compresses 919 states into three queues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29AC257-FA74-9B02-D6B1-395CA5EB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427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F38336FA-8E2C-D51C-CB90-13A312B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102</a:t>
            </a: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2C7FEC6-8AD3-C75F-0FD0-2C5E2C8F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678709"/>
            <a:ext cx="2940124" cy="19316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187</a:t>
            </a:r>
          </a:p>
        </p:txBody>
      </p:sp>
    </p:spTree>
    <p:extLst>
      <p:ext uri="{BB962C8B-B14F-4D97-AF65-F5344CB8AC3E}">
        <p14:creationId xmlns:p14="http://schemas.microsoft.com/office/powerpoint/2010/main" val="14599129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 · RECOVERY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FLUOROCHEM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104W base · 84.5% recovered · 40.2% deep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82-week base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₹4,877.10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₹4,573.70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 · CONSIDERATION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LALPATHLAB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104W base · 93.3% recovered · daily handle ready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₹1,798.66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₹1,759.20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2.2% below pivot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 · SUCCESS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HUHTAMAKI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52W base · breakout 22 Jul · success 24 Jul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Pivot ₹272.65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Close ₹318.68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+16.9% above pivot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real states from the 24 July production snapshot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STABILITY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Completed-week structure, equivalent-window consolidation and persistent identity.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DETERMINISM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pivot, breakout-first processing and a frozen trigger level.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Reversible recovery; latched outcomes; historical phase separated from zone.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the fine tuning changed in practice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incomplete-week drift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duplicated window views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Nested bases preserved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Tracking survives rediscovery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competing resistance ranks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candidate-processing blind spot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breakout-candle pivot move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silent pivot deletion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05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erased breakout history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 success lost on pullback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Failure remains auditable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Current location stays visible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EABFF68E-23AE-4BD1-8EA3-E93A7247BD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STRUCTURE REGISTRY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Weekly facts refresh only at completed boundaries. Heavy discovery is reused.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DFB4CA43-EE8D-4D27-8201-CD99AF92B9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C171C989-E74F-4D76-87A6-9BCAC14A0DA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STATE + EVENTS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Previous state + one completed daily candle → new state + observable events.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D779AACF-B0FD-43B1-8703-004317A6DCB1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JOURNEY VIEWS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Review groups are pure projections. UI changes never rewrite structural facts.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C23171E6-8FF1-4B39-BE15-54B773C22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architecture protects both speed and truth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39C7FAE3-F11E-4E90-8F74-ACD8B689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CE575E59-DB7D-4551-A29C-708DD32D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9DDF4B07-5CE4-4833-8224-4759691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73000633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484432" cy="6870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Hard-won confidence: replay and incremental agree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00"/>
              <a:t>Frozen parity through 23 Jul 2026 · production validation through 24 Jul 2026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WHY THIS MATTERS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32,724 baseline = 32,724 incremental rows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 missing · 0 unexpected · 0 field mismatches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Versioned checkpoints + idempotent reruns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Full reconstruction remains available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Parity proves implementation equivalence—not strategy performance.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32.7K</a:t>
            </a: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Incremental rows</a:t>
            </a: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Field mismatches</a:t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PASS</a:t>
            </a: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state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32.7K</a:t>
            </a: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Baseline rows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887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Unique bases</a:t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33.6K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Production history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From pattern detection to</a:t>
            </a:r>
          </a:p>
          <a:p xmlns:a="http://schemas.openxmlformats.org/drawingml/2006/main">
            <a:r>
              <a:rPr sz="4800"/>
              <a:t>auditable lifecycle memory.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DECISION CLARITY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Know what is building, what needs review and what has already proved itself.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SYSTEM CONFIDENCE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Every state is explainable, reproducible and ready to advance one candle at a time.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2026-07-26T09:27:19.2060000Z</dcterms:created>
  <dcterms:modified xsi:type="dcterms:W3CDTF">2026-07-26T09:27:19.2060000Z</dcterms:modified>
</coreProperties>
</file>