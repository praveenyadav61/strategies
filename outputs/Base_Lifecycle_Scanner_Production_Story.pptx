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d967d6f38b459b" /><Relationship Type="http://schemas.openxmlformats.org/officeDocument/2006/relationships/extended-properties" Target="/docProps/app.xml" Id="R32603a384ae34c7f" /><Relationship Type="http://schemas.openxmlformats.org/officeDocument/2006/relationships/officeDocument" Target="/ppt/presentation.xml" Id="R0ed6e70967c3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70fcd5541428b"/>
  </p:sldMasterIdLst>
  <p:notesMasterIdLst>
    <p:notesMasterId xmlns:r="http://schemas.openxmlformats.org/officeDocument/2006/relationships" r:id="Rbd01908285b44c10"/>
  </p:notesMasterIdLst>
  <p:sldIdLst>
    <p:sldId xmlns:r="http://schemas.openxmlformats.org/officeDocument/2006/relationships" id="256" r:id="R4f635ceb0af94dd8"/>
    <p:sldId xmlns:r="http://schemas.openxmlformats.org/officeDocument/2006/relationships" id="257" r:id="R905eff8f684f4996"/>
    <p:sldId xmlns:r="http://schemas.openxmlformats.org/officeDocument/2006/relationships" id="258" r:id="Rbad46616a39e43f1"/>
    <p:sldId xmlns:r="http://schemas.openxmlformats.org/officeDocument/2006/relationships" id="259" r:id="Raa9b74e0b89d4f6d"/>
    <p:sldId xmlns:r="http://schemas.openxmlformats.org/officeDocument/2006/relationships" id="260" r:id="R786450c606984f19"/>
    <p:sldId xmlns:r="http://schemas.openxmlformats.org/officeDocument/2006/relationships" id="261" r:id="R6cdd9d031cf14bd9"/>
    <p:sldId xmlns:r="http://schemas.openxmlformats.org/officeDocument/2006/relationships" id="262" r:id="R6a46b777e0da4b5f"/>
    <p:sldId xmlns:r="http://schemas.openxmlformats.org/officeDocument/2006/relationships" id="263" r:id="R088396bd041d4b25"/>
    <p:sldId xmlns:r="http://schemas.openxmlformats.org/officeDocument/2006/relationships" id="264" r:id="Rb754b77c87b04609"/>
    <p:sldId xmlns:r="http://schemas.openxmlformats.org/officeDocument/2006/relationships" id="265" r:id="Rcbca9c80e02843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ab72ce72a54ca1" /><Relationship Type="http://schemas.openxmlformats.org/officeDocument/2006/relationships/slideMaster" Target="/ppt/slideMasters/slideMaster1.xml" Id="R06570fcd5541428b" /><Relationship Type="http://schemas.openxmlformats.org/officeDocument/2006/relationships/notesMaster" Target="/ppt/notesMasters/notesMaster1.xml" Id="Rbd01908285b44c10" /><Relationship Type="http://schemas.openxmlformats.org/officeDocument/2006/relationships/presProps" Target="/ppt/presProps.xml" Id="R8fee61b60e70451c" /><Relationship Type="http://schemas.openxmlformats.org/officeDocument/2006/relationships/tableStyles" Target="/ppt/tableStyles.xml" Id="R79767a951b464d39" /><Relationship Type="http://schemas.openxmlformats.org/officeDocument/2006/relationships/slide" Target="/ppt/slides/slide1.xml" Id="R4f635ceb0af94dd8" /><Relationship Type="http://schemas.openxmlformats.org/officeDocument/2006/relationships/slide" Target="/ppt/slides/slide2.xml" Id="R905eff8f684f4996" /><Relationship Type="http://schemas.openxmlformats.org/officeDocument/2006/relationships/slide" Target="/ppt/slides/slide3.xml" Id="Rbad46616a39e43f1" /><Relationship Type="http://schemas.openxmlformats.org/officeDocument/2006/relationships/slide" Target="/ppt/slides/slide4.xml" Id="Raa9b74e0b89d4f6d" /><Relationship Type="http://schemas.openxmlformats.org/officeDocument/2006/relationships/slide" Target="/ppt/slides/slide5.xml" Id="R786450c606984f19" /><Relationship Type="http://schemas.openxmlformats.org/officeDocument/2006/relationships/slide" Target="/ppt/slides/slide6.xml" Id="R6cdd9d031cf14bd9" /><Relationship Type="http://schemas.openxmlformats.org/officeDocument/2006/relationships/slide" Target="/ppt/slides/slide7.xml" Id="R6a46b777e0da4b5f" /><Relationship Type="http://schemas.openxmlformats.org/officeDocument/2006/relationships/slide" Target="/ppt/slides/slide8.xml" Id="R088396bd041d4b25" /><Relationship Type="http://schemas.openxmlformats.org/officeDocument/2006/relationships/slide" Target="/ppt/slides/slide9.xml" Id="Rb754b77c87b04609" /><Relationship Type="http://schemas.openxmlformats.org/officeDocument/2006/relationships/slide" Target="/ppt/slides/slide10.xml" Id="Rcbca9c80e02843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ac3f25aad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9bab3182fe4839" /><Relationship Type="http://schemas.openxmlformats.org/officeDocument/2006/relationships/notesMaster" Target="/ppt/notesMasters/notesMaster1.xml" Id="Rbbcf88e143b14f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1a36b4ab64b22" /><Relationship Type="http://schemas.openxmlformats.org/officeDocument/2006/relationships/notesMaster" Target="/ppt/notesMasters/notesMaster1.xml" Id="Rd813f8b078d7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4b6ddaecd8459f" /><Relationship Type="http://schemas.openxmlformats.org/officeDocument/2006/relationships/notesMaster" Target="/ppt/notesMasters/notesMaster1.xml" Id="R0a56a3b822ff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f84df28b54722" /><Relationship Type="http://schemas.openxmlformats.org/officeDocument/2006/relationships/notesMaster" Target="/ppt/notesMasters/notesMaster1.xml" Id="R767c8459771e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ae44b4ce4c480e" /><Relationship Type="http://schemas.openxmlformats.org/officeDocument/2006/relationships/notesMaster" Target="/ppt/notesMasters/notesMaster1.xml" Id="R4eaa2170f9bd4b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79d69a19f49f0" /><Relationship Type="http://schemas.openxmlformats.org/officeDocument/2006/relationships/notesMaster" Target="/ppt/notesMasters/notesMaster1.xml" Id="R05f90642d618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af9fe835424c98" /><Relationship Type="http://schemas.openxmlformats.org/officeDocument/2006/relationships/notesMaster" Target="/ppt/notesMasters/notesMaster1.xml" Id="R9788703bfd43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c94ed8880416c" /><Relationship Type="http://schemas.openxmlformats.org/officeDocument/2006/relationships/notesMaster" Target="/ppt/notesMasters/notesMaster1.xml" Id="R9087d24768d841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6445c9d304d62" /><Relationship Type="http://schemas.openxmlformats.org/officeDocument/2006/relationships/notesMaster" Target="/ppt/notesMasters/notesMaster1.xml" Id="Rd7531c2d30c148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928f14d8c448cd" /><Relationship Type="http://schemas.openxmlformats.org/officeDocument/2006/relationships/notesMaster" Target="/ppt/notesMasters/notesMaster1.xml" Id="Rf4f1fbf11b09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scanners answer what qualifies today. This system answers where each valid base is in its journey, what changed, and what historically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product is not merely a breakout screener. It is persistent lifecycle memory: structure, pivot, breakout, success and failure remain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stages are reversible. Breakout, success and failure are historical latches. Failure has highest priority and is reviewed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trader journey contains 716 bases across the three primary queues. Failed and below-threshold structures remain available for review and future rediscovery.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Trader framing: Recovery Building is preparation, Breakout Consideration is the priority review queue, and Successful Breakout is ongoing management. These are not automatic buy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the audience through the three examples left to right. They come directly from the latest committed production state, not handcrafted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hard work lives: eliminating competing pivot interpretations, unstable weekly calculations, noisy failure calls and history-erasing state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one-candle transition powers reconstruction and incremental operation. The normal daily command processes only missing candles and is idempotent.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zero mismatch result is software evidence, not a claim of trading alpha. It proves the faster incremental path preserves the frozen strategy exactly for the validated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with the core value: fewer disconnected alerts, more consistent decisions, and an auditable record that traders, quants and developers can all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06a6eb80c4a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48b7aaedf43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5e18cb93d42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f2aab698346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1f81b9bb64e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174acbfb54e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e5f08cd3a41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1853e3f534d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7ec24e995456f" /><Relationship Type="http://schemas.openxmlformats.org/officeDocument/2006/relationships/image" Target="/ppt/media/image.png" Id="R8b6db403ef0a42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32cdab481427d" /><Relationship Type="http://schemas.openxmlformats.org/officeDocument/2006/relationships/image" Target="/ppt/media/image2.png" Id="Rb6a9f8370829492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b6db403ef0a423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6a9f837082949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6f29efb0464f3f" /><Relationship Type="http://schemas.openxmlformats.org/officeDocument/2006/relationships/slideLayout" Target="/ppt/slideLayouts/slideLayout1.xml" Id="R5b5e64ba205b41ab" /><Relationship Type="http://schemas.openxmlformats.org/officeDocument/2006/relationships/slideLayout" Target="/ppt/slideLayouts/slideLayout2.xml" Id="R5d41f0ce9e3145b6" /><Relationship Type="http://schemas.openxmlformats.org/officeDocument/2006/relationships/slideLayout" Target="/ppt/slideLayouts/slideLayout3.xml" Id="Rbdd2c1258ec0482f" /><Relationship Type="http://schemas.openxmlformats.org/officeDocument/2006/relationships/slideLayout" Target="/ppt/slideLayouts/slideLayout4.xml" Id="Rc7ea16e79fe24cc3" /><Relationship Type="http://schemas.openxmlformats.org/officeDocument/2006/relationships/slideLayout" Target="/ppt/slideLayouts/slideLayout5.xml" Id="R0d04756f86134d08" /><Relationship Type="http://schemas.openxmlformats.org/officeDocument/2006/relationships/slideLayout" Target="/ppt/slideLayouts/slideLayout6.xml" Id="R2caadd4d8c8440ed" /><Relationship Type="http://schemas.openxmlformats.org/officeDocument/2006/relationships/slideLayout" Target="/ppt/slideLayouts/slideLayout7.xml" Id="Rddb7ec28d4b34822" /><Relationship Type="http://schemas.openxmlformats.org/officeDocument/2006/relationships/slideLayout" Target="/ppt/slideLayouts/slideLayout8.xml" Id="R8a3884d470d34f8e" /><Relationship Type="http://schemas.openxmlformats.org/officeDocument/2006/relationships/slideLayout" Target="/ppt/slideLayouts/slideLayout9.xml" Id="R5895bed850334a31" /><Relationship Type="http://schemas.openxmlformats.org/officeDocument/2006/relationships/slideLayout" Target="/ppt/slideLayouts/slideLayout10.xml" Id="Rf76ac550ac3b48d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e64ba205b41ab"/>
    <p:sldLayoutId xmlns:r="http://schemas.openxmlformats.org/officeDocument/2006/relationships" id="2147483650" r:id="R5d41f0ce9e3145b6"/>
    <p:sldLayoutId xmlns:r="http://schemas.openxmlformats.org/officeDocument/2006/relationships" id="2147483651" r:id="Rbdd2c1258ec0482f"/>
    <p:sldLayoutId xmlns:r="http://schemas.openxmlformats.org/officeDocument/2006/relationships" id="2147483652" r:id="Rc7ea16e79fe24cc3"/>
    <p:sldLayoutId xmlns:r="http://schemas.openxmlformats.org/officeDocument/2006/relationships" id="2147483653" r:id="R0d04756f86134d08"/>
    <p:sldLayoutId xmlns:r="http://schemas.openxmlformats.org/officeDocument/2006/relationships" id="2147483654" r:id="R2caadd4d8c8440ed"/>
    <p:sldLayoutId xmlns:r="http://schemas.openxmlformats.org/officeDocument/2006/relationships" id="2147483655" r:id="Rddb7ec28d4b34822"/>
    <p:sldLayoutId xmlns:r="http://schemas.openxmlformats.org/officeDocument/2006/relationships" id="2147483656" r:id="R8a3884d470d34f8e"/>
    <p:sldLayoutId xmlns:r="http://schemas.openxmlformats.org/officeDocument/2006/relationships" id="2147483657" r:id="R5895bed850334a31"/>
    <p:sldLayoutId xmlns:r="http://schemas.openxmlformats.org/officeDocument/2006/relationships" id="2147483658" r:id="Rf76ac550ac3b48d0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8b65de74d4e47" /><Relationship Type="http://schemas.openxmlformats.org/officeDocument/2006/relationships/notesSlide" Target="/ppt/notesSlides/notesSlide1.xml" Id="Rf236d1913aaf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3a55ab83440a5" /><Relationship Type="http://schemas.openxmlformats.org/officeDocument/2006/relationships/notesSlide" Target="/ppt/notesSlides/notesSlide2.xml" Id="R3d91312aec344a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c4a5a855e94892" /><Relationship Type="http://schemas.openxmlformats.org/officeDocument/2006/relationships/notesSlide" Target="/ppt/notesSlides/notesSlide3.xml" Id="R7b321eb769a749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38b35984843c1" /><Relationship Type="http://schemas.openxmlformats.org/officeDocument/2006/relationships/notesSlide" Target="/ppt/notesSlides/notesSlide4.xml" Id="R045ce3ae140e4c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38042c281047ae" /><Relationship Type="http://schemas.openxmlformats.org/officeDocument/2006/relationships/notesSlide" Target="/ppt/notesSlides/notesSlide5.xml" Id="R42d13c611dc9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bc1cb75dd704c3c" /><Relationship Type="http://schemas.openxmlformats.org/officeDocument/2006/relationships/notesSlide" Target="/ppt/notesSlides/notesSlide6.xml" Id="Raa772e75ea7c41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7e6dd788de4633" /><Relationship Type="http://schemas.openxmlformats.org/officeDocument/2006/relationships/notesSlide" Target="/ppt/notesSlides/notesSlide7.xml" Id="R2901b869fc2049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af50c9a7d94a65" /><Relationship Type="http://schemas.openxmlformats.org/officeDocument/2006/relationships/notesSlide" Target="/ppt/notesSlides/notesSlide8.xml" Id="Ra8dd612f7d2542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9f2ea09d247c0" /><Relationship Type="http://schemas.openxmlformats.org/officeDocument/2006/relationships/notesSlide" Target="/ppt/notesSlides/notesSlide9.xml" Id="Re9afcd98ed17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9f466c0af4f61" /><Relationship Type="http://schemas.openxmlformats.org/officeDocument/2006/relationships/notesSlide" Target="/ppt/notesSlides/notesSlide10.xml" Id="R5215cbab24674e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Base Lifecycle Scanner</a:t>
            </a:r>
          </a:p>
          <a:p xmlns:a="http://schemas.openxmlformats.org/drawingml/2006/main">
            <a:r>
              <a:rPr sz="7200"/>
              <a:t>A persistent journey, not a snapshot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Trader-first review</a:t>
            </a:r>
          </a:p>
          <a:p xmlns:a="http://schemas.openxmlformats.org/drawingml/2006/main">
            <a:r>
              <a:rPr sz="2000"/>
              <a:t>Quant-grade rules</a:t>
            </a:r>
          </a:p>
          <a:p xmlns:a="http://schemas.openxmlformats.org/drawingml/2006/main">
            <a:r>
              <a:rPr sz="2000"/>
              <a:t>Production-ready state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PRODUCTION STORY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Snapshot · 24 Jul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CBAEABBA-AD62-52D1-5588-17C604158753}" type="slidenum">
              <a:t>02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A snapshot scanner</a:t>
            </a:r>
          </a:p>
          <a:p xmlns:a="http://schemas.openxmlformats.org/drawingml/2006/main">
            <a:r>
              <a:rPr sz="4200"/>
              <a:t>forgets the journey.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This system remembers</a:t>
            </a:r>
          </a:p>
          <a:p xmlns:a="http://schemas.openxmlformats.org/drawingml/2006/main">
            <a:r>
              <a:rPr sz="4200"/>
              <a:t>every valid setup.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Successful 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Follow-through achieved.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Manage phase + zone.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MANAGE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85%+ or breakout confirmed.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Review first.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base. Three trader decisions.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40%–85% recovered.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Prepare.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snapshot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102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consideration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building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187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Successful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919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Lifecycle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checkpoints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Latest committed market date: 24 July 2026 · production state validation passed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40%–85% · prepare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85%+ or confirmed · review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SUCCESSFUL BREAKOUT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follow-through · manage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compresses 919 states into three queues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102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187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 · 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FLUOROCHEM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104W base · 84.5% recovered · 40.2% deep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82-week base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₹4,877.10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₹4,573.70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 · CONSIDERATION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LALPATHLAB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104W base · 93.3% recovered · daily handle ready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₹1,798.66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₹1,759.20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2.2% below pivot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 · SUCCESS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HUHTAMAKI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52W base · breakout 22 Jul · success 24 Jul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₹272.65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₹318.68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+16.9% above pivot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real states from the 24 July production snapshot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Fridays anchor the base. Equivalent 104/52/26W discoveries collapse cleanly.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actionable level: confirmed daily handle, otherwise the original left high.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Buffered breakout, supply-aware success and decisive close-based failure.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Fine tuning removed ambiguity at every decision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15%–60% depth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≥12-week width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Prior uptrend required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Single-week shock ≤50%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5-session handle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Pullback ≤ depth ÷ 3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check runs first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freezes at breakout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±10% management band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 clears old supply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Failure uses buffer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Outcomes remain latched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EABFF68E-23AE-4BD1-8EA3-E93A7247BD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STRUCTURE REGISTRY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Weekly facts refresh only at completed boundaries. Heavy discovery is reused.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FB4CA43-EE8D-4D27-8201-CD99AF92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171C989-E74F-4D76-87A6-9BCAC14A0DA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STATE + EVENTS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Previous state + one completed daily candle → new state + observable events.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D779AACF-B0FD-43B1-8703-004317A6DCB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JOURNEY VIEWS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Trader groups are pure projections. UI changes never rewrite structural facts.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23171E6-8FF1-4B39-BE15-54B773C22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architecture protects both speed and truth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39C7FAE3-F11E-4E90-8F74-ACD8B68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CE575E59-DB7D-4551-A29C-708DD32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9DDF4B07-5CE4-4833-8224-4759691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300063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Hard-won confidence: replay and incremental agree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Frozen parity through 23 Jul 2026 · production validation through 24 Jul 2026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WHY THIS MATTERS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32,724 baseline = 32,724 incremental rows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 missing · 0 unexpected · 0 field mismatches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Versioned checkpoints + idempotent reruns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reconstruction remains available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Parity proves implementation equivalence—not alpha.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Incremental rows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Field mismatches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state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 rows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887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Unique bases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33.6K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history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From pattern detection to</a:t>
            </a:r>
          </a:p>
          <a:p xmlns:a="http://schemas.openxmlformats.org/drawingml/2006/main">
            <a:r>
              <a:rPr sz="4800"/>
              <a:t>auditable lifecycle memory.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 THE DESK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Know what is building, what needs review and what has already proved itself.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 THE PLATFORM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state is explainable, reproducible and ready to advance one candle at a time.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2026-07-26T08:38:32.2150000Z</dcterms:created>
  <dcterms:modified xsi:type="dcterms:W3CDTF">2026-07-26T08:38:32.2150000Z</dcterms:modified>
</coreProperties>
</file>